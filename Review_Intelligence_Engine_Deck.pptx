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509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24450"/>
          </a:solidFill>
          <a:ln w="12700">
            <a:solidFill>
              <a:srgbClr val="024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356616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Intelligence Engine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thousands of unstructured product reviews into structured, decision-ready intelligence with a large language model.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28K+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864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mined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4864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schema-locked extraction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4206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48646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dashboard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 ·  github.com/Manoj070213/Review-Intelligence-Engine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honest feedback, buried in 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collect tens of thousands of product reviews every month. Inside that text is their most honest product feedback — what breaks, what customers want, where quality is slipping. But it is unstructured, so almost none of it gets used at scale.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51560" y="3447288"/>
            <a:ext cx="146304" cy="146304"/>
          </a:xfrm>
          <a:prstGeom prst="ellipse">
            <a:avLst/>
          </a:prstGeom>
          <a:solidFill>
            <a:srgbClr val="E8643C"/>
          </a:solidFill>
          <a:ln w="12700">
            <a:solidFill>
              <a:srgbClr val="E864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32095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50215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analyst can read a few hundred reviews — nobody can read 30,000.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114800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51560" y="4498848"/>
            <a:ext cx="146304" cy="146304"/>
          </a:xfrm>
          <a:prstGeom prst="ellipse">
            <a:avLst/>
          </a:prstGeom>
          <a:solidFill>
            <a:srgbClr val="E8643C"/>
          </a:solidFill>
          <a:ln w="12700">
            <a:solidFill>
              <a:srgbClr val="E864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455371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trends surface in returns weeks after the reviews already warned of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166360"/>
            <a:ext cx="6400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051560" y="5550408"/>
            <a:ext cx="146304" cy="146304"/>
          </a:xfrm>
          <a:prstGeom prst="ellipse">
            <a:avLst/>
          </a:prstGeom>
          <a:solidFill>
            <a:srgbClr val="E8643C"/>
          </a:solidFill>
          <a:ln w="12700">
            <a:solidFill>
              <a:srgbClr val="E864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71600" y="53126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signal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56052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requests stay scattered and never reach the product team in aggregate.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43800" y="1508760"/>
            <a:ext cx="3794760" cy="4434840"/>
          </a:xfrm>
          <a:prstGeom prst="roundRect">
            <a:avLst>
              <a:gd name="adj" fmla="val 2169"/>
            </a:avLst>
          </a:prstGeom>
          <a:solidFill>
            <a:srgbClr val="13201B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18120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18120" y="224028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unstructured reviews be automatically turned into structured, decision-ready intelligence — early enough to act on?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18120" y="52120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question drives every stage of the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delivers — and why it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2140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sentiment, theme &amp; defect-risk extraction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Per-product quality scorecards and monthly trends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Feature-request capture from free text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shareable dashboard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120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2140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ingestion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review handling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ticket creation / routing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&amp; auth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25196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78992" y="452628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25880" y="4416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defects early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78992" y="48920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trend caught a month late can mean thousands of extra returns and a damaged rating.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25196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452628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55464" y="4416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roadmap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08576" y="48920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feature requests turn scattered comments into product decisions.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82128" y="4251960"/>
            <a:ext cx="32918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138160" y="4526280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85048" y="44165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analyst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138160" y="489204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read the day it posts — consistently, not sampled.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and data needs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121408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review into a fixed structured record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sentiment, themes, defect &amp; return signals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into product- and time-level views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in a dashboard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extraction accuracy against a labeled 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554480"/>
            <a:ext cx="521208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2121408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on a laptop, no infra required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offline fallback when no API key is set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structured enough to aggregate reliably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same inputs → same tables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tracked metric, not an assumption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10515600" cy="1828800"/>
          </a:xfrm>
          <a:prstGeom prst="roundRect">
            <a:avLst>
              <a:gd name="adj" fmla="val 4500"/>
            </a:avLst>
          </a:prstGeom>
          <a:solidFill>
            <a:srgbClr val="13201B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4315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Datafiniti “Consumer Reviews of Amazon Products” — ~28,000 real reviews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5029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text, star rating, date, product name, helpful votes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0" y="4709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50292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tablets, Kindle e-readers, AmazonBasics batteries (6 products)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architecture: a five-stage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27048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527048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reviews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/ API)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25496" y="3200400"/>
            <a:ext cx="1828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01752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21608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721608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017520" y="2926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08960" y="3337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dupes, nulls,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junk; fix 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4023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0056" y="3200400"/>
            <a:ext cx="1828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1208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13201B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16168" y="2221992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16168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2926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337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structured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4023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14616" y="3200400"/>
            <a:ext cx="1828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0664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110728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110728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06640" y="2926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3337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Scorecards, trends,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ranks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4023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409176" y="3200400"/>
            <a:ext cx="18288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9601200" y="196596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0305288" y="2221992"/>
            <a:ext cx="585216" cy="58521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305288" y="2240280"/>
            <a:ext cx="585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01200" y="29260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92640" y="333756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0" y="4023360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Chart.js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4800600"/>
            <a:ext cx="10497312" cy="1143000"/>
          </a:xfrm>
          <a:prstGeom prst="roundRect">
            <a:avLst>
              <a:gd name="adj" fmla="val 7200"/>
            </a:avLst>
          </a:prstGeom>
          <a:solidFill>
            <a:srgbClr val="EAF3F0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143000" y="5029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is Stage 3.  </a:t>
            </a:r>
            <a:r>
              <a:rPr lang="en-US" sz="14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schema-locked prompt forces every review into the same JSON shape with a closed list of theme labels — the single design choice that makes thousands of free-text reviews countable and trendable.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77240" y="1783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it for real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proposed concept to a working pipeline running on real data, a real LLM, and a live dashboard.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97280" y="416052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417320" y="39410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17320" y="4270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379476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217920" y="416052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37960" y="394106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4270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097280" y="521208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417320" y="4992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SQL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417320" y="5321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4846320"/>
            <a:ext cx="475488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17920" y="5212080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37960" y="4992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Chart.js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37960" y="5321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LLM extraction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review is sent to the model with a schema-locked prompt that returns one structured record — no free-text analysis.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669280" cy="3657600"/>
          </a:xfrm>
          <a:prstGeom prst="roundRect">
            <a:avLst>
              <a:gd name="adj" fmla="val 2250"/>
            </a:avLst>
          </a:prstGeom>
          <a:solidFill>
            <a:srgbClr val="13201B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(per review)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"sentiment": "positive | negative | mixed",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"sentiment_score": -1.0 … 1.0,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"themes": [ closed enum list ],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"defect_risk": true | false,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"return_signal": true | false,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"feature_request": string | null</a:t>
            </a:r>
            <a:endParaRPr lang="en-US" sz="13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50" dirty="0">
                <a:solidFill>
                  <a:srgbClr val="CFE3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2148840"/>
            <a:ext cx="466344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94944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SCHEMA MATTERS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7432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8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</a:t>
            </a:r>
            <a:r>
              <a:rPr lang="en-US" sz="14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model name themes freely → dozens of near-duplicate labels (“battery,” “battery life,” “charge issues”). Impossible to aggregate.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4023360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</a:t>
            </a:r>
            <a:r>
              <a:rPr lang="en-US" sz="14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the output to a fixed schema + enum. Results became countable and trendable.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49440" y="5029200"/>
            <a:ext cx="4114800" cy="0"/>
          </a:xfrm>
          <a:prstGeom prst="line">
            <a:avLst/>
          </a:prstGeom>
          <a:noFill/>
          <a:ln w="127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49440" y="5166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changed — </a:t>
            </a:r>
            <a:r>
              <a:rPr lang="en-US" sz="1400" b="1" i="1" dirty="0">
                <a:solidFill>
                  <a:srgbClr val="024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its input did.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31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the live intelligence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440793" cy="4754880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output/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3166473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83793" y="1691640"/>
            <a:ext cx="66633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SEES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83793" y="2057400"/>
            <a:ext cx="66633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band — </a:t>
            </a: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analyzed, positive %, defect-risk rate, highest-risk product.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83793" y="2971800"/>
            <a:ext cx="666332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sentiment — </a:t>
            </a: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sentiment vs defect-rate, and the overall sentiment mix.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83793" y="3886200"/>
            <a:ext cx="6663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defect themes — </a:t>
            </a: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fixes first.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83793" y="4617720"/>
            <a:ext cx="66633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scorecard — </a:t>
            </a: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ranked by defect rate.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83793" y="5532120"/>
            <a:ext cx="66633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manoj070213.github.io/Review-Intelligence-Engine/dashboard.html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sentiment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30906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skew positive — the value is the small, concentrated negative signal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55448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26864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26864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Kindle defect rate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26864" y="30906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concentrates in specific products, though all average 4.4+ stars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82128" y="1554480"/>
            <a:ext cx="32918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56448" y="1783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A0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156448" y="26974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spike, 2017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56448" y="3090672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early-warning blip against an otherwise calm baseline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10497312" cy="1828800"/>
          </a:xfrm>
          <a:prstGeom prst="roundRect">
            <a:avLst>
              <a:gd name="adj" fmla="val 4500"/>
            </a:avLst>
          </a:prstGeom>
          <a:solidFill>
            <a:srgbClr val="13201B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709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is the #1 complaint theme and the leading driver of defect signals.  </a:t>
            </a:r>
            <a:r>
              <a:rPr lang="en-US" sz="16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“Kids usability” surfaces as a defect theme tied specifically to the kids’ tablets — a product-line insight that is invisible when reading reviews one at a time.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is measured, not assumed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hand-labeled validation set scores extraction accuracy on every run, so output quality is a number that can be defended.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9377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accuracy of the offline keyword fallback on the labeled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misses were both </a:t>
            </a:r>
            <a:r>
              <a:rPr lang="en-US" sz="1350" b="1" dirty="0">
                <a:solidFill>
                  <a:srgbClr val="E8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mixed-sentiment</a:t>
            </a:r>
            <a:r>
              <a:rPr lang="en-US" sz="13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cases (“love the display, hate the storage”) — exactly where a keyword approach breaks and the LLM earns its place.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2194560"/>
            <a:ext cx="539496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2423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LOOP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extraction prompt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291840"/>
            <a:ext cx="0" cy="301752"/>
          </a:xfrm>
          <a:prstGeom prst="line">
            <a:avLst/>
          </a:prstGeom>
          <a:noFill/>
          <a:ln w="254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17920" y="35935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35753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12280" y="3867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the labeled gold 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46520" y="4050792"/>
            <a:ext cx="0" cy="301752"/>
          </a:xfrm>
          <a:prstGeom prst="line">
            <a:avLst/>
          </a:prstGeom>
          <a:noFill/>
          <a:ln w="254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4352544"/>
            <a:ext cx="457200" cy="457200"/>
          </a:xfrm>
          <a:prstGeom prst="ellipse">
            <a:avLst/>
          </a:prstGeom>
          <a:solidFill>
            <a:srgbClr val="E864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12280" y="4334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input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46268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prompt / schema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4809744"/>
            <a:ext cx="0" cy="301752"/>
          </a:xfrm>
          <a:prstGeom prst="line">
            <a:avLst/>
          </a:prstGeom>
          <a:noFill/>
          <a:ln w="25400">
            <a:solidFill>
              <a:srgbClr val="DCE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7920" y="5111496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5093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12280" y="53858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number moved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97280" y="1892808"/>
            <a:ext cx="146304" cy="14630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89888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structure &gt; model choice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148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accuracy gain came from constraining the prompt's output schema, not from a bigger model.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46520" y="1892808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39128" y="1764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 by default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39128" y="21488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Dupes, nulls, mixed date formats and junk rows are the norm — cleaning is a real stage, not an afterthought.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01752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97280" y="3310128"/>
            <a:ext cx="146304" cy="146304"/>
          </a:xfrm>
          <a:prstGeom prst="ellipse">
            <a:avLst/>
          </a:prstGeom>
          <a:solidFill>
            <a:srgbClr val="E3A008"/>
          </a:solidFill>
          <a:ln w="12700">
            <a:solidFill>
              <a:srgbClr val="E3A0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89888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Positive-skewed data hides signal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positive means the average looks fine; the insight lives in the concentrated negative minority.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01752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46520" y="331012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39128" y="31821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quality, don't assume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labeled set turned “it seems to work” into a defensible accuracy number.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97280" y="4727448"/>
            <a:ext cx="146304" cy="146304"/>
          </a:xfrm>
          <a:prstGeom prst="ellipse">
            <a:avLst/>
          </a:prstGeom>
          <a:solidFill>
            <a:srgbClr val="E8643C"/>
          </a:solidFill>
          <a:ln w="12700">
            <a:solidFill>
              <a:srgbClr val="E864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89888" y="4599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for the environment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89888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limits forced batching and a sane offline fallback — design for where it actually runs.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434840"/>
            <a:ext cx="50292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46520" y="4727448"/>
            <a:ext cx="146304" cy="146304"/>
          </a:xfrm>
          <a:prstGeom prst="ellipse">
            <a:avLst/>
          </a:prstGeom>
          <a:solidFill>
            <a:srgbClr val="024450"/>
          </a:solidFill>
          <a:ln w="12700">
            <a:solidFill>
              <a:srgbClr val="0244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39128" y="4599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 end-to-end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39128" y="4983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 dashboard beats a notebook: anyone can click a link and see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0244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424160" y="-164592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SHIPPED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AI app, end to end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Amazon reviews → cleaned in Python → structured by an LLM → aggregated in SQL → served as a live dashboard.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433425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github.com/Manoj070213/Review-Intelligence-Engine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6675120" cy="868680"/>
          </a:xfrm>
          <a:prstGeom prst="roundRect">
            <a:avLst>
              <a:gd name="adj" fmla="val 9474"/>
            </a:avLst>
          </a:prstGeom>
          <a:solidFill>
            <a:srgbClr val="1C3A36"/>
          </a:solidFill>
          <a:ln w="12700">
            <a:solidFill>
              <a:srgbClr val="DCE6E2"/>
            </a:solidFill>
            <a:prstDash val="solid"/>
          </a:ln>
          <a:effectLst>
            <a:outerShdw blurRad="88900" dist="38100" dir="5400000" algn="bl" rotWithShape="0">
              <a:srgbClr val="9AA8A2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53400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manoj070213.github.io/Review-Intelligence-Engine/dashboard.html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ECC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1200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Intelligence Engine</dc:title>
  <dc:subject>PptxGenJS Presentation</dc:subject>
  <dc:creator>Manoj</dc:creator>
  <cp:lastModifiedBy>manoj elangovan</cp:lastModifiedBy>
  <cp:revision>2</cp:revision>
  <dcterms:created xsi:type="dcterms:W3CDTF">2026-06-21T07:23:01Z</dcterms:created>
  <dcterms:modified xsi:type="dcterms:W3CDTF">2026-06-21T07:29:03Z</dcterms:modified>
</cp:coreProperties>
</file>